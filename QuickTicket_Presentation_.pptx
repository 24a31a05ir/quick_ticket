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5F2E"/>
          </a:solidFill>
          <a:ln w="12700">
            <a:solidFill>
              <a:srgbClr val="FF5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E1629"/>
          </a:solidFill>
          <a:ln w="12700">
            <a:solidFill>
              <a:srgbClr val="0E16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FF5F2E"/>
          </a:solidFill>
          <a:ln w="12700">
            <a:solidFill>
              <a:srgbClr val="FF5F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FF5F2E">
              <a:alpha val="12000"/>
            </a:srgbClr>
          </a:solidFill>
          <a:ln w="12700">
            <a:solidFill>
              <a:srgbClr val="FF5F2E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2286000"/>
            <a:ext cx="1828800" cy="18288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6400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🎫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548640" y="502920"/>
            <a:ext cx="2011680" cy="292608"/>
          </a:xfrm>
          <a:prstGeom prst="rect">
            <a:avLst>
              <a:gd name="adj" fmla="val 25000"/>
            </a:avLst>
          </a:prstGeom>
          <a:solidFill>
            <a:srgbClr val="FF5F2E">
              <a:alpha val="20000"/>
            </a:srgbClr>
          </a:solidFill>
          <a:ln w="12700">
            <a:solidFill>
              <a:srgbClr val="FF5F2E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029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5F2E"/>
                </a:solidFill>
              </a:rPr>
              <a:t>FRONTEND PROJECT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9601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QuickTicket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Booking Portal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2560320" cy="45720"/>
          </a:xfrm>
          <a:prstGeom prst="rect">
            <a:avLst/>
          </a:prstGeom>
          <a:solidFill>
            <a:srgbClr val="1E2D4F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889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hub for Bus, Movie &amp; Train ticket booking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HTML · CSS · JavaScript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43000" cy="77724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404164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43708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74520" y="4023360"/>
            <a:ext cx="1143000" cy="77724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874520" y="404164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🎬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74520" y="43708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0" y="4023360"/>
            <a:ext cx="1143000" cy="77724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404164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🚂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00400" y="43708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26280" y="4023360"/>
            <a:ext cx="1143000" cy="77724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26280" y="404164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✈️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26280" y="43708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Soon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1629"/>
          </a:solidFill>
          <a:ln w="12700">
            <a:solidFill>
              <a:srgbClr val="0E16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F2E"/>
          </a:solidFill>
          <a:ln w="12700">
            <a:solidFill>
              <a:srgbClr val="FF5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931920" cy="352044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3931920" cy="54864"/>
          </a:xfrm>
          <a:prstGeom prst="rect">
            <a:avLst/>
          </a:prstGeom>
          <a:solidFill>
            <a:srgbClr val="FF5F2E"/>
          </a:solidFill>
          <a:ln w="12700">
            <a:solidFill>
              <a:srgbClr val="FF5F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QuickTicket?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A9BC0"/>
                </a:solidFill>
              </a:rPr>
              <a:t>A single-page frontend web application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A9BC0"/>
                </a:solidFill>
              </a:rPr>
              <a:t>Acts as a centralized ticket booking hub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A9BC0"/>
                </a:solidFill>
              </a:rPr>
              <a:t>Supports Bus, Movie, and Train bookings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A9BC0"/>
                </a:solidFill>
              </a:rPr>
              <a:t>Airway booking teased as Coming Soon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A9BC0"/>
                </a:solidFill>
              </a:rPr>
              <a:t>100% frontend – no backend or server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A9BC0"/>
                </a:solidFill>
              </a:rPr>
              <a:t>Data stored via browser localStorage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3931920" cy="352044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51560"/>
            <a:ext cx="393192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170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Goals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536192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A9BC0"/>
                </a:solidFill>
              </a:rPr>
              <a:t>Simulate a real-world booking experience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A9BC0"/>
                </a:solidFill>
              </a:rPr>
              <a:t>Practice multi-page SPA navigation in JS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A9BC0"/>
                </a:solidFill>
              </a:rPr>
              <a:t>Implement OTP-based login simulation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A9BC0"/>
                </a:solidFill>
              </a:rPr>
              <a:t>Design responsive, modern dark UI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A9BC0"/>
                </a:solidFill>
              </a:rPr>
              <a:t>Use localStorage for persistent data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8A9BC0"/>
                </a:solidFill>
              </a:rPr>
              <a:t>Deliver a polished UI/UX prototype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1629"/>
          </a:solidFill>
          <a:ln w="12700">
            <a:solidFill>
              <a:srgbClr val="0E16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F2E"/>
          </a:solidFill>
          <a:ln w="12700">
            <a:solidFill>
              <a:srgbClr val="FF5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560320" cy="160020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560320" cy="45720"/>
          </a:xfrm>
          <a:prstGeom prst="rect">
            <a:avLst/>
          </a:prstGeom>
          <a:solidFill>
            <a:srgbClr val="FF5F2E"/>
          </a:solidFill>
          <a:ln w="12700">
            <a:solidFill>
              <a:srgbClr val="FF5F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80160"/>
            <a:ext cx="502920" cy="502920"/>
          </a:xfrm>
          <a:prstGeom prst="ellipse">
            <a:avLst/>
          </a:prstGeom>
          <a:solidFill>
            <a:srgbClr val="FF5F2E">
              <a:alpha val="20000"/>
            </a:srgbClr>
          </a:solidFill>
          <a:ln w="12700">
            <a:solidFill>
              <a:srgbClr val="FF5F2E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280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structure &amp; semantic markup for all 8 screens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560320" cy="160020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97280"/>
            <a:ext cx="256032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280160"/>
            <a:ext cx="502920" cy="502920"/>
          </a:xfrm>
          <a:prstGeom prst="ellipse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31920" y="1280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18745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theme, animations, grid layout &amp; responsive design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097280"/>
            <a:ext cx="2560320" cy="160020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097280"/>
            <a:ext cx="256032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1280160"/>
            <a:ext cx="502920" cy="502920"/>
          </a:xfrm>
          <a:prstGeom prst="ellipse">
            <a:avLst/>
          </a:prstGeom>
          <a:solidFill>
            <a:srgbClr val="FFD166">
              <a:alpha val="20000"/>
            </a:srgbClr>
          </a:solidFill>
          <a:ln w="12700">
            <a:solidFill>
              <a:srgbClr val="FFD166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66560" y="1280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18745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manipulation, routing, OTP logic &amp; localStorage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971800"/>
            <a:ext cx="2560320" cy="160020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971800"/>
            <a:ext cx="2560320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06D6A0">
              <a:alpha val="20000"/>
            </a:srgbClr>
          </a:solidFill>
          <a:ln w="12700">
            <a:solidFill>
              <a:srgbClr val="06D6A0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97280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localStorage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37490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user sessions and booking history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2971800"/>
            <a:ext cx="2560320" cy="160020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971800"/>
            <a:ext cx="2560320" cy="4572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37560" y="3154680"/>
            <a:ext cx="502920" cy="502920"/>
          </a:xfrm>
          <a:prstGeom prst="ellipse">
            <a:avLst/>
          </a:prstGeom>
          <a:solidFill>
            <a:srgbClr val="C77DFF">
              <a:alpha val="20000"/>
            </a:srgbClr>
          </a:solidFill>
          <a:ln w="12700">
            <a:solidFill>
              <a:srgbClr val="C77DFF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🔡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931920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Fonts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291840" y="37490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 (headings) + DM Sans (body) via CDN link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35040" y="2971800"/>
            <a:ext cx="2560320" cy="160020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35040" y="2971800"/>
            <a:ext cx="2560320" cy="45720"/>
          </a:xfrm>
          <a:prstGeom prst="rect">
            <a:avLst/>
          </a:prstGeom>
          <a:solidFill>
            <a:srgbClr val="FF7A4D"/>
          </a:solidFill>
          <a:ln w="12700">
            <a:solidFill>
              <a:srgbClr val="FF7A4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3154680"/>
            <a:ext cx="502920" cy="502920"/>
          </a:xfrm>
          <a:prstGeom prst="ellipse">
            <a:avLst/>
          </a:prstGeom>
          <a:solidFill>
            <a:srgbClr val="FF7A4D">
              <a:alpha val="20000"/>
            </a:srgbClr>
          </a:solidFill>
          <a:ln w="12700">
            <a:solidFill>
              <a:srgbClr val="FF7A4D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766560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126480" y="37490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mobile-responsive with CSS media queries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1629"/>
          </a:solidFill>
          <a:ln w="12700">
            <a:solidFill>
              <a:srgbClr val="0E16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F2E"/>
          </a:solidFill>
          <a:ln w="12700">
            <a:solidFill>
              <a:srgbClr val="FF5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Structure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463040" cy="1005840"/>
          </a:xfrm>
          <a:prstGeom prst="rect">
            <a:avLst/>
          </a:prstGeom>
          <a:solidFill>
            <a:srgbClr val="131D35"/>
          </a:solidFill>
          <a:ln w="19050">
            <a:solidFill>
              <a:srgbClr val="FF5F2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789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4813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1005840"/>
            <a:ext cx="1463040" cy="1005840"/>
          </a:xfrm>
          <a:prstGeom prst="rect">
            <a:avLst/>
          </a:prstGeom>
          <a:solidFill>
            <a:srgbClr val="131D35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10789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11680" y="14813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1005840"/>
            <a:ext cx="1463040" cy="1005840"/>
          </a:xfrm>
          <a:prstGeom prst="rect">
            <a:avLst/>
          </a:prstGeom>
          <a:solidFill>
            <a:srgbClr val="131D35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10789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49040" y="14813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737360" y="1472184"/>
            <a:ext cx="274320" cy="64008"/>
          </a:xfrm>
          <a:prstGeom prst="rect">
            <a:avLst/>
          </a:prstGeom>
          <a:solidFill>
            <a:srgbClr val="1E2D4F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10512" y="13441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4F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0" y="1472184"/>
            <a:ext cx="274320" cy="64008"/>
          </a:xfrm>
          <a:prstGeom prst="rect">
            <a:avLst/>
          </a:prstGeom>
          <a:solidFill>
            <a:srgbClr val="1E2D4F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7872" y="13441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4F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651760"/>
            <a:ext cx="1371600" cy="914400"/>
          </a:xfrm>
          <a:prstGeom prst="rect">
            <a:avLst/>
          </a:prstGeom>
          <a:solidFill>
            <a:srgbClr val="131D35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🚌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74320" y="307238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920240" y="2651760"/>
            <a:ext cx="1371600" cy="914400"/>
          </a:xfrm>
          <a:prstGeom prst="rect">
            <a:avLst/>
          </a:prstGeom>
          <a:solidFill>
            <a:srgbClr val="131D35"/>
          </a:solidFill>
          <a:ln w="12700">
            <a:solidFill>
              <a:srgbClr val="C77D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920240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920240" y="307238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566160" y="2651760"/>
            <a:ext cx="1371600" cy="914400"/>
          </a:xfrm>
          <a:prstGeom prst="rect">
            <a:avLst/>
          </a:prstGeom>
          <a:solidFill>
            <a:srgbClr val="131D35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66160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🚂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566160" y="307238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212080" y="2651760"/>
            <a:ext cx="1371600" cy="91440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212080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✈️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212080" y="307238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Airway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(Soon)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92240" y="1005840"/>
            <a:ext cx="1371600" cy="914400"/>
          </a:xfrm>
          <a:prstGeom prst="rect">
            <a:avLst/>
          </a:prstGeom>
          <a:solidFill>
            <a:srgbClr val="131D35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92240" y="1051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492240" y="142646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772400" y="1005840"/>
            <a:ext cx="1371600" cy="914400"/>
          </a:xfrm>
          <a:prstGeom prst="rect">
            <a:avLst/>
          </a:prstGeom>
          <a:solidFill>
            <a:srgbClr val="131D35"/>
          </a:solidFill>
          <a:ln w="12700">
            <a:solidFill>
              <a:srgbClr val="FF7A4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772400" y="1051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772400" y="142646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32688" y="2011680"/>
            <a:ext cx="64008" cy="594360"/>
          </a:xfrm>
          <a:prstGeom prst="rect">
            <a:avLst/>
          </a:prstGeom>
          <a:solidFill>
            <a:srgbClr val="1E2D4F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25420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4F"/>
                </a:solidFill>
              </a:rPr>
              <a:t>▼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78608" y="2011680"/>
            <a:ext cx="64008" cy="594360"/>
          </a:xfrm>
          <a:prstGeom prst="rect">
            <a:avLst/>
          </a:prstGeom>
          <a:solidFill>
            <a:srgbClr val="1E2D4F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25420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4F"/>
                </a:solidFill>
              </a:rPr>
              <a:t>▼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224528" y="2011680"/>
            <a:ext cx="64008" cy="594360"/>
          </a:xfrm>
          <a:prstGeom prst="rect">
            <a:avLst/>
          </a:prstGeom>
          <a:solidFill>
            <a:srgbClr val="1E2D4F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0520" y="25420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4F"/>
                </a:solidFill>
              </a:rPr>
              <a:t>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870448" y="2011680"/>
            <a:ext cx="64008" cy="594360"/>
          </a:xfrm>
          <a:prstGeom prst="rect">
            <a:avLst/>
          </a:prstGeom>
          <a:solidFill>
            <a:srgbClr val="1E2D4F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06440" y="25420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4F"/>
                </a:solidFill>
              </a:rPr>
              <a:t>▼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30368" y="1472184"/>
            <a:ext cx="1280160" cy="64008"/>
          </a:xfrm>
          <a:prstGeom prst="rect">
            <a:avLst/>
          </a:prstGeom>
          <a:solidFill>
            <a:srgbClr val="1E2D4F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55664" y="1389888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4F"/>
                </a:solidFill>
              </a:rPr>
              <a:t>▶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717536" y="1472184"/>
            <a:ext cx="73152" cy="64008"/>
          </a:xfrm>
          <a:prstGeom prst="rect">
            <a:avLst/>
          </a:prstGeom>
          <a:solidFill>
            <a:srgbClr val="1E2D4F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12080" y="1472184"/>
            <a:ext cx="914400" cy="64008"/>
          </a:xfrm>
          <a:prstGeom prst="rect">
            <a:avLst/>
          </a:prstGeom>
          <a:solidFill>
            <a:srgbClr val="1E2D4F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distinct pages · Single HTML file · Client-side routing via JavaScript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1629"/>
          </a:solidFill>
          <a:ln w="12700">
            <a:solidFill>
              <a:srgbClr val="0E16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F2E"/>
          </a:solidFill>
          <a:ln w="12700">
            <a:solidFill>
              <a:srgbClr val="FF5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 Page  &amp;  Login Page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54864"/>
          </a:xfrm>
          <a:prstGeom prst="rect">
            <a:avLst/>
          </a:prstGeom>
          <a:solidFill>
            <a:srgbClr val="FF5F2E"/>
          </a:solidFill>
          <a:ln w="12700">
            <a:solidFill>
              <a:srgbClr val="FF5F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🏠  Welcome Page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9BC0"/>
                </a:solidFill>
              </a:rPr>
              <a:t>Portal title &amp; hero headline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9BC0"/>
                </a:solidFill>
              </a:rPr>
              <a:t>Auto-advancing offer slideshow (4 slides)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9BC0"/>
                </a:solidFill>
              </a:rPr>
              <a:t>Bus – 10% discount offer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9BC0"/>
                </a:solidFill>
              </a:rPr>
              <a:t>Movie – Free popcorn offer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9BC0"/>
                </a:solidFill>
              </a:rPr>
              <a:t>Train – 5% weekend discount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9BC0"/>
                </a:solidFill>
              </a:rPr>
              <a:t>Airway – Coming Soon teaser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9BC0"/>
                </a:solidFill>
              </a:rPr>
              <a:t>Platform stats (50K+ bookings, 4.9★)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9BC0"/>
                </a:solidFill>
              </a:rPr>
              <a:t>Login / Get Started CTA button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1148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🔐  Login Page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572768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9BC0"/>
                </a:solidFill>
              </a:rPr>
              <a:t>Name input field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9BC0"/>
                </a:solidFill>
              </a:rPr>
              <a:t>10-digit phone number field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9BC0"/>
                </a:solidFill>
              </a:rPr>
              <a:t>OTP generation via JavaScript (random 6-digit)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9BC0"/>
                </a:solidFill>
              </a:rPr>
              <a:t>Demo OTP shown in hint box for testing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9BC0"/>
                </a:solidFill>
              </a:rPr>
              <a:t>OTP verification logic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9BC0"/>
                </a:solidFill>
              </a:rPr>
              <a:t>Stores user data in localStorage on success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9BC0"/>
                </a:solidFill>
              </a:rPr>
              <a:t>Error handling with validation messages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A9BC0"/>
                </a:solidFill>
              </a:rPr>
              <a:t>Redirects to Dashboard after login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1629"/>
          </a:solidFill>
          <a:ln w="12700">
            <a:solidFill>
              <a:srgbClr val="0E16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F2E"/>
          </a:solidFill>
          <a:ln w="12700">
            <a:solidFill>
              <a:srgbClr val="FF5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384048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02336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Dashboard Features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9BC0"/>
                </a:solidFill>
              </a:rPr>
              <a:t>Personalized greeting with user name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9BC0"/>
                </a:solidFill>
              </a:rPr>
              <a:t>Time-aware greeting (Morning / Afternoon / Evening)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9BC0"/>
                </a:solidFill>
              </a:rPr>
              <a:t>Total bookings counter (live from localStorage)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9BC0"/>
                </a:solidFill>
              </a:rPr>
              <a:t>4 service cards (Bus, Movie, Train, Airway)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9BC0"/>
                </a:solidFill>
              </a:rPr>
              <a:t>Airway card disabled with 'Coming Soon' badge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9BC0"/>
                </a:solidFill>
              </a:rPr>
              <a:t>Recent bookings section (last 3 bookings)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A9BC0"/>
                </a:solidFill>
              </a:rPr>
              <a:t>Navigation: Profile, History, Logout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Cards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1828800" cy="1463040"/>
          </a:xfrm>
          <a:prstGeom prst="rect">
            <a:avLst/>
          </a:prstGeom>
          <a:solidFill>
            <a:srgbClr val="131D35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463040"/>
            <a:ext cx="18288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🚌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54880" y="2121408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Booking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245059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Intercity routes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20840" y="1463040"/>
            <a:ext cx="1828800" cy="1463040"/>
          </a:xfrm>
          <a:prstGeom prst="rect">
            <a:avLst/>
          </a:prstGeom>
          <a:solidFill>
            <a:srgbClr val="131D35"/>
          </a:solidFill>
          <a:ln w="12700">
            <a:solidFill>
              <a:srgbClr val="C77D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20840" y="1463040"/>
            <a:ext cx="1828800" cy="4572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🎬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12280" y="2121408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Booking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12280" y="245059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selection grid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3154680"/>
            <a:ext cx="1828800" cy="1463040"/>
          </a:xfrm>
          <a:prstGeom prst="rect">
            <a:avLst/>
          </a:prstGeom>
          <a:solidFill>
            <a:srgbClr val="131D35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154680"/>
            <a:ext cx="1828800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🚂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754880" y="3813048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Booking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414223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travel classes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20840" y="3154680"/>
            <a:ext cx="1828800" cy="146304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20840" y="3154680"/>
            <a:ext cx="1828800" cy="45720"/>
          </a:xfrm>
          <a:prstGeom prst="rect">
            <a:avLst/>
          </a:prstGeom>
          <a:solidFill>
            <a:srgbClr val="1E2D4F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✈️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812280" y="3813048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Airway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12280" y="414223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Soon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1629"/>
          </a:solidFill>
          <a:ln w="12700">
            <a:solidFill>
              <a:srgbClr val="0E16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F2E"/>
          </a:solidFill>
          <a:ln w="12700">
            <a:solidFill>
              <a:srgbClr val="FF5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 Pages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697480" cy="3840480"/>
          </a:xfrm>
          <a:prstGeom prst="rect">
            <a:avLst/>
          </a:prstGeom>
          <a:solidFill>
            <a:srgbClr val="131D35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69748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115568"/>
            <a:ext cx="457200" cy="457200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🚌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11704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 Booking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627632"/>
            <a:ext cx="2423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BC0"/>
                </a:solidFill>
              </a:rPr>
              <a:t>From / To city dropdowns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BC0"/>
                </a:solidFill>
              </a:rPr>
              <a:t>Date picker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BC0"/>
                </a:solidFill>
              </a:rPr>
              <a:t>Bus type (Ordinary to Luxury AC Sleeper)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BC0"/>
                </a:solidFill>
              </a:rPr>
              <a:t>Seat count input (1–6)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BC0"/>
                </a:solidFill>
              </a:rPr>
              <a:t>Passenger name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BC0"/>
                </a:solidFill>
              </a:rPr>
              <a:t>Live price calc with 10% discount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BC0"/>
                </a:solidFill>
              </a:rPr>
              <a:t>Convenience fee added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97480" cy="3840480"/>
          </a:xfrm>
          <a:prstGeom prst="rect">
            <a:avLst/>
          </a:prstGeom>
          <a:solidFill>
            <a:srgbClr val="131D35"/>
          </a:solidFill>
          <a:ln w="12700">
            <a:solidFill>
              <a:srgbClr val="C77D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05840"/>
            <a:ext cx="2697480" cy="54864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0128" y="1115568"/>
            <a:ext cx="457200" cy="457200"/>
          </a:xfrm>
          <a:prstGeom prst="ellipse">
            <a:avLst/>
          </a:prstGeom>
          <a:solidFill>
            <a:srgbClr val="C77DFF">
              <a:alpha val="25000"/>
            </a:srgbClr>
          </a:solidFill>
          <a:ln w="12700">
            <a:solidFill>
              <a:srgbClr val="C77DFF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40480" y="11704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Movie Booking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1627632"/>
            <a:ext cx="2423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BC0"/>
                </a:solidFill>
              </a:rPr>
              <a:t>Movie &amp; theatre selection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BC0"/>
                </a:solidFill>
              </a:rPr>
              <a:t>Date + show time picker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BC0"/>
                </a:solidFill>
              </a:rPr>
              <a:t>Interactive 6×10 seat grid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BC0"/>
                </a:solidFill>
              </a:rPr>
              <a:t>Pre-booked seats (grey)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BC0"/>
                </a:solidFill>
              </a:rPr>
              <a:t>Click to select/deselect seats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BC0"/>
                </a:solidFill>
              </a:rPr>
              <a:t>₹200 per seat pricing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BC0"/>
                </a:solidFill>
              </a:rPr>
              <a:t>Free popcorn for 2+ seats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697480" cy="3840480"/>
          </a:xfrm>
          <a:prstGeom prst="rect">
            <a:avLst/>
          </a:prstGeom>
          <a:solidFill>
            <a:srgbClr val="131D35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005840"/>
            <a:ext cx="269748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115568"/>
            <a:ext cx="457200" cy="457200"/>
          </a:xfrm>
          <a:prstGeom prst="ellipse">
            <a:avLst/>
          </a:prstGeom>
          <a:solidFill>
            <a:srgbClr val="06D6A0">
              <a:alpha val="25000"/>
            </a:srgbClr>
          </a:solidFill>
          <a:ln w="1270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🚂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66560" y="11704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Booking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1627632"/>
            <a:ext cx="2423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BC0"/>
                </a:solidFill>
              </a:rPr>
              <a:t>Source / destination station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BC0"/>
                </a:solidFill>
              </a:rPr>
              <a:t>Journey date picker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BC0"/>
                </a:solidFill>
              </a:rPr>
              <a:t>Travel class (General to 1st AC)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BC0"/>
                </a:solidFill>
              </a:rPr>
              <a:t>Passenger count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BC0"/>
                </a:solidFill>
              </a:rPr>
              <a:t>Lead passenger name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BC0"/>
                </a:solidFill>
              </a:rPr>
              <a:t>5% weekend discount auto-applied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A9BC0"/>
                </a:solidFill>
              </a:rPr>
              <a:t>IRCTC service charge added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1629"/>
          </a:solidFill>
          <a:ln w="12700">
            <a:solidFill>
              <a:srgbClr val="0E16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F2E"/>
          </a:solidFill>
          <a:ln w="12700">
            <a:solidFill>
              <a:srgbClr val="FF5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Profile, History &amp; Key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920240"/>
          </a:xfrm>
          <a:prstGeom prst="rect">
            <a:avLst/>
          </a:prstGeom>
          <a:solidFill>
            <a:srgbClr val="131D35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👤  Profile Page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name &amp; phone from localStorage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with initials (dynamically generated)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type &amp; member since date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bookings count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3063240"/>
            <a:ext cx="2743200" cy="1920240"/>
          </a:xfrm>
          <a:prstGeom prst="rect">
            <a:avLst/>
          </a:prstGeom>
          <a:solidFill>
            <a:srgbClr val="131D35"/>
          </a:solidFill>
          <a:ln w="12700">
            <a:solidFill>
              <a:srgbClr val="FF7A4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3063240"/>
            <a:ext cx="2743200" cy="45720"/>
          </a:xfrm>
          <a:prstGeom prst="rect">
            <a:avLst/>
          </a:prstGeom>
          <a:solidFill>
            <a:srgbClr val="FF7A4D"/>
          </a:solidFill>
          <a:ln w="12700">
            <a:solidFill>
              <a:srgbClr val="FF7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1546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Booking History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593592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bookings stored in localStorage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type icon, title, metadata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reference number per ticket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"Clear All" to reset history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100584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0" y="1508760"/>
            <a:ext cx="1691640" cy="1463040"/>
          </a:xfrm>
          <a:prstGeom prst="rect">
            <a:avLst/>
          </a:prstGeom>
          <a:solidFill>
            <a:srgbClr val="131D35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0" y="1508760"/>
            <a:ext cx="169164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4787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47872" y="213055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Auth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47872" y="24414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6-digit OTP system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49240" y="1508760"/>
            <a:ext cx="1691640" cy="1463040"/>
          </a:xfrm>
          <a:prstGeom prst="rect">
            <a:avLst/>
          </a:prstGeom>
          <a:solidFill>
            <a:srgbClr val="131D35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49240" y="1508760"/>
            <a:ext cx="1691640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2239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22392" y="213055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22392" y="24414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persistence across sessions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23760" y="1508760"/>
            <a:ext cx="1691640" cy="1463040"/>
          </a:xfrm>
          <a:prstGeom prst="rect">
            <a:avLst/>
          </a:prstGeom>
          <a:solidFill>
            <a:srgbClr val="131D35"/>
          </a:solidFill>
          <a:ln w="12700">
            <a:solidFill>
              <a:srgbClr val="FF5F2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23760" y="1508760"/>
            <a:ext cx="1691640" cy="45720"/>
          </a:xfrm>
          <a:prstGeom prst="rect">
            <a:avLst/>
          </a:prstGeom>
          <a:solidFill>
            <a:srgbClr val="FF5F2E"/>
          </a:solidFill>
          <a:ln w="12700">
            <a:solidFill>
              <a:srgbClr val="FF5F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9691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96912" y="213055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UI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96912" y="244144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navy + orange design system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0" y="3200400"/>
            <a:ext cx="1691640" cy="1463040"/>
          </a:xfrm>
          <a:prstGeom prst="rect">
            <a:avLst/>
          </a:prstGeom>
          <a:solidFill>
            <a:srgbClr val="131D35"/>
          </a:solidFill>
          <a:ln w="12700">
            <a:solidFill>
              <a:srgbClr val="C77D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0" y="3200400"/>
            <a:ext cx="1691640" cy="4572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47872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547872" y="382219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47872" y="413308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all screen sizes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49240" y="3200400"/>
            <a:ext cx="1691640" cy="1463040"/>
          </a:xfrm>
          <a:prstGeom prst="rect">
            <a:avLst/>
          </a:prstGeom>
          <a:solidFill>
            <a:srgbClr val="131D35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349240" y="3200400"/>
            <a:ext cx="169164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22392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422392" y="382219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22392" y="413308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HTML/CSS/JS – zero dependencies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223760" y="3200400"/>
            <a:ext cx="1691640" cy="1463040"/>
          </a:xfrm>
          <a:prstGeom prst="rect">
            <a:avLst/>
          </a:prstGeom>
          <a:solidFill>
            <a:srgbClr val="131D35"/>
          </a:solidFill>
          <a:ln w="12700">
            <a:solidFill>
              <a:srgbClr val="FF7A4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223760" y="3200400"/>
            <a:ext cx="1691640" cy="45720"/>
          </a:xfrm>
          <a:prstGeom prst="rect">
            <a:avLst/>
          </a:prstGeom>
          <a:solidFill>
            <a:srgbClr val="FF7A4D"/>
          </a:solidFill>
          <a:ln w="12700">
            <a:solidFill>
              <a:srgbClr val="FF7A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96912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🎟️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296912" y="382219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Multi-Booking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296912" y="413308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active services + 1 teaser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1629"/>
          </a:solidFill>
          <a:ln w="12700">
            <a:solidFill>
              <a:srgbClr val="0E16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F2E"/>
          </a:solidFill>
          <a:ln w="12700">
            <a:solidFill>
              <a:srgbClr val="FF5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/ UX Design Highlights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828800" cy="1005840"/>
          </a:xfrm>
          <a:prstGeom prst="rect">
            <a:avLst/>
          </a:prstGeom>
          <a:solidFill>
            <a:srgbClr val="131D35"/>
          </a:solidFill>
          <a:ln w="12700">
            <a:solidFill>
              <a:srgbClr val="FF5F2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241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5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1828800" cy="1005840"/>
          </a:xfrm>
          <a:prstGeom prst="rect">
            <a:avLst/>
          </a:prstGeom>
          <a:solidFill>
            <a:srgbClr val="131D35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241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468880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Services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1828800" cy="1005840"/>
          </a:xfrm>
          <a:prstGeom prst="rect">
            <a:avLst/>
          </a:prstGeom>
          <a:solidFill>
            <a:srgbClr val="131D35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0241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72000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Only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1005840"/>
            <a:ext cx="1828800" cy="1005840"/>
          </a:xfrm>
          <a:prstGeom prst="rect">
            <a:avLst/>
          </a:prstGeom>
          <a:solidFill>
            <a:srgbClr val="131D35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10241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675120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194560"/>
            <a:ext cx="4114800" cy="82296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194560"/>
            <a:ext cx="64008" cy="822960"/>
          </a:xfrm>
          <a:prstGeom prst="rect">
            <a:avLst/>
          </a:prstGeom>
          <a:solidFill>
            <a:srgbClr val="FF5F2E"/>
          </a:solidFill>
          <a:ln w="12700">
            <a:solidFill>
              <a:srgbClr val="FF5F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24942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System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254203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background (#070C1B) with orange (#FF5F2E) accent — consistent across all 8 pages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194560"/>
            <a:ext cx="4114800" cy="82296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194560"/>
            <a:ext cx="64008" cy="822960"/>
          </a:xfrm>
          <a:prstGeom prst="rect">
            <a:avLst/>
          </a:prstGeom>
          <a:solidFill>
            <a:srgbClr val="FF5F2E"/>
          </a:solidFill>
          <a:ln w="12700">
            <a:solidFill>
              <a:srgbClr val="FF5F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24942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Pairing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56048" y="254203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 (headings — geometric sans) + DM Sans (body — optical-size variable font) via Google Fonts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154680"/>
            <a:ext cx="4114800" cy="82296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154680"/>
            <a:ext cx="64008" cy="822960"/>
          </a:xfrm>
          <a:prstGeom prst="rect">
            <a:avLst/>
          </a:prstGeom>
          <a:solidFill>
            <a:srgbClr val="FF5F2E"/>
          </a:solidFill>
          <a:ln w="12700">
            <a:solidFill>
              <a:srgbClr val="FF5F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20954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&amp; Depth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" y="350215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fractalNoise grain overlay + radial gradient mesh creates atmospheric depth without images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154680"/>
            <a:ext cx="4114800" cy="82296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154680"/>
            <a:ext cx="64008" cy="822960"/>
          </a:xfrm>
          <a:prstGeom prst="rect">
            <a:avLst/>
          </a:prstGeom>
          <a:solidFill>
            <a:srgbClr val="FF5F2E"/>
          </a:solidFill>
          <a:ln w="12700">
            <a:solidFill>
              <a:srgbClr val="FF5F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320954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&amp; Animation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56048" y="350215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fade-in (translateY), slide carousel slideIn, hover transforms, modal scale-in animations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114800"/>
            <a:ext cx="4114800" cy="82296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4114800"/>
            <a:ext cx="64008" cy="822960"/>
          </a:xfrm>
          <a:prstGeom prst="rect">
            <a:avLst/>
          </a:prstGeom>
          <a:solidFill>
            <a:srgbClr val="FF5F2E"/>
          </a:solidFill>
          <a:ln w="12700">
            <a:solidFill>
              <a:srgbClr val="FF5F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416966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System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" y="446227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card components with per-service accent colors, background glow on hover, subtle shadow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4114800"/>
            <a:ext cx="4114800" cy="82296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4114800"/>
            <a:ext cx="64008" cy="822960"/>
          </a:xfrm>
          <a:prstGeom prst="rect">
            <a:avLst/>
          </a:prstGeom>
          <a:solidFill>
            <a:srgbClr val="FF5F2E"/>
          </a:solidFill>
          <a:ln w="12700">
            <a:solidFill>
              <a:srgbClr val="FF5F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6048" y="416966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Micro-interactions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56048" y="446227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button state changes, seat toggle, live price calculator, toast notifications on all actions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0E1629"/>
          </a:solidFill>
          <a:ln w="12700">
            <a:solidFill>
              <a:srgbClr val="0E16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F2E"/>
          </a:solidFill>
          <a:ln w="12700">
            <a:solidFill>
              <a:srgbClr val="FF5F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F5F2E">
              <a:alpha val="8000"/>
            </a:srgbClr>
          </a:solidFill>
          <a:ln w="12700">
            <a:solidFill>
              <a:srgbClr val="FF5F2E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-457200"/>
            <a:ext cx="2286000" cy="228600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🎫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7160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QuickTicket – Project Summary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84124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 frontend prototype demonstrating real-world booking portal design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1554480" cy="1143000"/>
          </a:xfrm>
          <a:prstGeom prst="rect">
            <a:avLst/>
          </a:prstGeom>
          <a:solidFill>
            <a:srgbClr val="131D35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23591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" y="276148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SPA routing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pure JavaScript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1680" y="2331720"/>
            <a:ext cx="1554480" cy="1143000"/>
          </a:xfrm>
          <a:prstGeom prst="rect">
            <a:avLst/>
          </a:prstGeom>
          <a:solidFill>
            <a:srgbClr val="131D35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11680" y="23591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84832" y="276148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OTP auth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localStorage sessions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49040" y="2331720"/>
            <a:ext cx="1554480" cy="1143000"/>
          </a:xfrm>
          <a:prstGeom prst="rect">
            <a:avLst/>
          </a:prstGeom>
          <a:solidFill>
            <a:srgbClr val="131D35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49040" y="23591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22192" y="276148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seat grid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movie booking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2331720"/>
            <a:ext cx="1554480" cy="1143000"/>
          </a:xfrm>
          <a:prstGeom prst="rect">
            <a:avLst/>
          </a:prstGeom>
          <a:solidFill>
            <a:srgbClr val="131D35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0" y="23591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59552" y="276148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 calculators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3 services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23760" y="2331720"/>
            <a:ext cx="1554480" cy="1143000"/>
          </a:xfrm>
          <a:prstGeom prst="rect">
            <a:avLst/>
          </a:prstGeom>
          <a:solidFill>
            <a:srgbClr val="131D35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23760" y="23591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96912" y="276148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booking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profile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703320"/>
            <a:ext cx="8595360" cy="77724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3813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463040" y="3776472"/>
            <a:ext cx="1097280" cy="320040"/>
          </a:xfrm>
          <a:prstGeom prst="rect">
            <a:avLst/>
          </a:prstGeom>
          <a:solidFill>
            <a:srgbClr val="FF5F2E">
              <a:alpha val="20000"/>
            </a:srgbClr>
          </a:solidFill>
          <a:ln w="12700">
            <a:solidFill>
              <a:srgbClr val="FF5F2E">
                <a:alpha val="4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63040" y="37764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697480" y="3776472"/>
            <a:ext cx="1097280" cy="320040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97480" y="37764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931920" y="3776472"/>
            <a:ext cx="1097280" cy="320040"/>
          </a:xfrm>
          <a:prstGeom prst="rect">
            <a:avLst/>
          </a:prstGeom>
          <a:solidFill>
            <a:srgbClr val="FFD166">
              <a:alpha val="20000"/>
            </a:srgbClr>
          </a:solidFill>
          <a:ln w="12700">
            <a:solidFill>
              <a:srgbClr val="FFD166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0" y="37764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166360" y="3776472"/>
            <a:ext cx="1097280" cy="320040"/>
          </a:xfrm>
          <a:prstGeom prst="rect">
            <a:avLst/>
          </a:prstGeom>
          <a:solidFill>
            <a:srgbClr val="06D6A0">
              <a:alpha val="20000"/>
            </a:srgbClr>
          </a:solidFill>
          <a:ln w="12700">
            <a:solidFill>
              <a:srgbClr val="06D6A0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37764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0" y="3776472"/>
            <a:ext cx="1097280" cy="320040"/>
          </a:xfrm>
          <a:prstGeom prst="rect">
            <a:avLst/>
          </a:prstGeom>
          <a:solidFill>
            <a:srgbClr val="C77DFF">
              <a:alpha val="20000"/>
            </a:srgbClr>
          </a:solidFill>
          <a:ln w="12700">
            <a:solidFill>
              <a:srgbClr val="C77DFF">
                <a:alpha val="4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37764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635240" y="3776472"/>
            <a:ext cx="1097280" cy="320040"/>
          </a:xfrm>
          <a:prstGeom prst="rect">
            <a:avLst/>
          </a:prstGeom>
          <a:solidFill>
            <a:srgbClr val="FF7A4D">
              <a:alpha val="20000"/>
            </a:srgbClr>
          </a:solidFill>
          <a:ln w="12700">
            <a:solidFill>
              <a:srgbClr val="FF7A4D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35240" y="37764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QuickTicket – Ticket Booking Portal</dc:title>
  <dc:subject>PptxGenJS Presentation</dc:subject>
  <dc:creator>QuickTicket Team</dc:creator>
  <cp:lastModifiedBy>QuickTicket Team</cp:lastModifiedBy>
  <cp:revision>1</cp:revision>
  <dcterms:created xsi:type="dcterms:W3CDTF">2026-03-05T15:43:33Z</dcterms:created>
  <dcterms:modified xsi:type="dcterms:W3CDTF">2026-03-05T15:43:33Z</dcterms:modified>
</cp:coreProperties>
</file>